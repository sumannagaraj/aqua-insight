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Cambria" panose="02040503050406030204" pitchFamily="18" charset="0"/>
      <p:regular r:id="rId7"/>
      <p:bold r:id="rId8"/>
      <p:italic r:id="rId9"/>
      <p:boldItalic r:id="rId10"/>
    </p:embeddedFont>
    <p:embeddedFont>
      <p:font typeface="Franklin Gothic" panose="020B0604020202020204" charset="0"/>
      <p:bold r:id="rId11"/>
    </p:embeddedFont>
    <p:embeddedFont>
      <p:font typeface="Libre Franklin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Dysi7crE3YdjBrpD8AISvM9Js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lang="en-US" sz="200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5384727" y="966636"/>
            <a:ext cx="6461759" cy="11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>
                <a:latin typeface="Cambria"/>
                <a:ea typeface="Cambria"/>
                <a:cs typeface="Cambria"/>
                <a:sym typeface="Cambria"/>
              </a:rPr>
              <a:t>Basic Details of the Team and Problem Statement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5800791" y="2118324"/>
            <a:ext cx="6180168" cy="44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PS Code: 	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PSO3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   </a:t>
            </a:r>
            <a:br>
              <a:rPr lang="en-US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Problem Statement Title: 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Web/Mobile-Based Tool for Mapping Water Supply Network in Coimbatore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Team Name: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Stark Matrix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Team Leader Name: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Sudharshan Vijay S K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Institute Name: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Sri Krishna Arts and Science College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417" y="332474"/>
            <a:ext cx="4579837" cy="967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4488" y="268109"/>
            <a:ext cx="2061101" cy="61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63017" y="362543"/>
            <a:ext cx="2409486" cy="43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4968" y="203744"/>
            <a:ext cx="748670" cy="74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BED4DC-85BE-41F4-8524-CE387C48CAD1}"/>
              </a:ext>
            </a:extLst>
          </p:cNvPr>
          <p:cNvSpPr/>
          <p:nvPr/>
        </p:nvSpPr>
        <p:spPr>
          <a:xfrm>
            <a:off x="946785" y="1870032"/>
            <a:ext cx="2318994" cy="156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0" name="Google Shape;220;p2"/>
          <p:cNvSpPr txBox="1">
            <a:spLocks noGrp="1"/>
          </p:cNvSpPr>
          <p:nvPr>
            <p:ph type="title"/>
          </p:nvPr>
        </p:nvSpPr>
        <p:spPr>
          <a:xfrm>
            <a:off x="971550" y="220348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Idea/Approach Details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1" name="Google Shape;221;p2"/>
          <p:cNvSpPr txBox="1">
            <a:spLocks noGrp="1"/>
          </p:cNvSpPr>
          <p:nvPr>
            <p:ph type="body" idx="1"/>
          </p:nvPr>
        </p:nvSpPr>
        <p:spPr>
          <a:xfrm>
            <a:off x="838986" y="997890"/>
            <a:ext cx="6024054" cy="55819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400" dirty="0">
                <a:solidFill>
                  <a:schemeClr val="lt2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Idea / Solution: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AquaInsight</a:t>
            </a: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is an advanced GIS tool for mapping, monitoring, and managing Coimbatore's water supply.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It integrates IoT sensors, real-time monitoring, and user-friendly interfaces.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Key features include GIS-based mapping, real-time monitoring with strategically placed IoT sensors, and a user-friendly interface.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system provides alerts for anomalies, role-specific notifications, and stores historical data for trend analysis.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AquaInsight</a:t>
            </a: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aims to revolutionize water management, ensuring sustainability, efficiency, and community involvement.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Additionally, it develops an interactive map with layers for holistic viewing, a robust search function, and real-time monitoring through strategically deployed IoT sensors.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tool ensures accessibility on web and mobile platforms, an intuitive interface with customizable views, and role-specific alerts.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It includes a communication hub for collaboration, emergency response, and a secure database for storing historical data.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An analytics dashboard supports trend analysis and informed decision-making.</a:t>
            </a:r>
            <a:endParaRPr lang="en-GB"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22" name="Google Shape;222;p2"/>
          <p:cNvSpPr txBox="1">
            <a:spLocks noGrp="1"/>
          </p:cNvSpPr>
          <p:nvPr>
            <p:ph type="sldNum" idx="12"/>
          </p:nvPr>
        </p:nvSpPr>
        <p:spPr>
          <a:xfrm>
            <a:off x="226967" y="6456045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latin typeface="Cambria"/>
                <a:ea typeface="Cambria"/>
                <a:cs typeface="Cambria"/>
                <a:sym typeface="Cambria"/>
              </a:rPr>
              <a:t>2</a:t>
            </a:fld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7B26CFA-58CC-A95F-4342-7E4E5AB8596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 rotWithShape="1">
          <a:blip r:embed="rId3"/>
          <a:srcRect l="-928" r="-3322"/>
          <a:stretch/>
        </p:blipFill>
        <p:spPr>
          <a:xfrm>
            <a:off x="7341043" y="387458"/>
            <a:ext cx="4590680" cy="27590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"/>
          <p:cNvSpPr txBox="1"/>
          <p:nvPr/>
        </p:nvSpPr>
        <p:spPr>
          <a:xfrm>
            <a:off x="7052808" y="3198855"/>
            <a:ext cx="46891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Sample Workflow of </a:t>
            </a:r>
            <a:r>
              <a:rPr lang="en-US" sz="1800" b="0" i="0" u="none" strike="noStrike" cap="none" dirty="0" err="1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AquaInsight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7378575" y="3687417"/>
            <a:ext cx="4572001" cy="289245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Describe your Technology stack here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Django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Python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Firebase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ESP 32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Waterflow Monitoring Sensor 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Idea/Approach Details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dirty="0">
                <a:latin typeface="Cambria"/>
                <a:ea typeface="Cambria"/>
                <a:cs typeface="Cambria"/>
                <a:sym typeface="Cambria"/>
              </a:rPr>
              <a:t>Use Cases here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2" name="Google Shape;232;p3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Quality Monitoring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Monitoring for Leak Detection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Response Planning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water conservation and management.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Maintenance</a:t>
            </a:r>
            <a:endParaRPr lang="en-US" sz="14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ffers a user-friendly interface accessible to residents.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GIS tool visualizes the water supply network components.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Demand Planning.</a:t>
            </a:r>
            <a:endParaRPr lang="en-US" sz="14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 Analysis for Resource Allocation.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AquaInsight</a:t>
            </a: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integrates a communication hub for stakeholders in decision making.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3" name="Google Shape;233;p3"/>
          <p:cNvSpPr txBox="1"/>
          <p:nvPr/>
        </p:nvSpPr>
        <p:spPr>
          <a:xfrm>
            <a:off x="6197600" y="2286000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Dependencies / Show stopper here</a:t>
            </a:r>
            <a:endParaRPr sz="1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4" name="Google Shape;234;p3"/>
          <p:cNvSpPr txBox="1"/>
          <p:nvPr/>
        </p:nvSpPr>
        <p:spPr>
          <a:xfrm>
            <a:off x="62483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IN" sz="12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Dependencies :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Accuracy and Availability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IoT Sensor Deployment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ntegration with existing water supply infrastructure and GIS databases is critical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Availability and reliability of technology infrastructure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IN" sz="12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and Privacy Compliance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stoppers :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Resistance to change or inadequate training may hinder user acceptance.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in sensor deployment, such as technical malfunctions or insufficient coverage, could impede monitoring capabilities.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spatial analysis functionalities, such as overlays or geoprocessing, can add complexity to the GIS tool,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5" name="Google Shape;235;p3"/>
          <p:cNvSpPr txBox="1">
            <a:spLocks noGrp="1"/>
          </p:cNvSpPr>
          <p:nvPr>
            <p:ph type="sldNum" idx="12"/>
          </p:nvPr>
        </p:nvSpPr>
        <p:spPr>
          <a:xfrm>
            <a:off x="226967" y="6456045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Team Member Details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1" name="Google Shape;241;p4"/>
          <p:cNvSpPr txBox="1">
            <a:spLocks noGrp="1"/>
          </p:cNvSpPr>
          <p:nvPr>
            <p:ph type="body" idx="1"/>
          </p:nvPr>
        </p:nvSpPr>
        <p:spPr>
          <a:xfrm>
            <a:off x="964023" y="206209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Team Leader Name: Sudharshan Vijay S K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Branch (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Btech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Mtech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/PhD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):BSc 			Stream (ECE, CSE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 Data Science		Year (I,II,III,IV): III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lang="en-US" sz="1200" b="1" dirty="0">
              <a:solidFill>
                <a:srgbClr val="5D7C3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Team Member 1 Name: Sailesh B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Branch (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Btech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Mtech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/PhD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 BSc			Stream (ECE, CSE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 Data Science		Year (I,II,III,IV): III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lang="en-US" sz="1200" b="1" dirty="0">
              <a:solidFill>
                <a:srgbClr val="5D7C3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Team Member 2 Name: Javid Hussain A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Branch (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Btech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Mtech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/PhD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 BSc			Stream (ECE, CSE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 Data Science		Year (I,II,III,IV): III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lang="en-US" sz="1200" b="1" dirty="0">
              <a:solidFill>
                <a:srgbClr val="5D7C3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Team Member 3 Name: </a:t>
            </a:r>
            <a:r>
              <a:rPr lang="en-US" sz="1200" b="1" dirty="0" err="1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Aathi</a:t>
            </a:r>
            <a:r>
              <a:rPr lang="en-US" sz="1200" b="1" dirty="0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200" b="1" dirty="0" err="1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Raghul</a:t>
            </a:r>
            <a:r>
              <a:rPr lang="en-US" sz="1200" b="1" dirty="0">
                <a:solidFill>
                  <a:srgbClr val="5D7C3F"/>
                </a:solidFill>
                <a:latin typeface="Cambria"/>
                <a:ea typeface="Cambria"/>
                <a:cs typeface="Cambria"/>
                <a:sym typeface="Cambria"/>
              </a:rPr>
              <a:t> G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Branch (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Btech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Mtech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/PhD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 BSc			Stream (ECE, CSE </a:t>
            </a:r>
            <a:r>
              <a:rPr lang="en-US" sz="1200" dirty="0" err="1">
                <a:latin typeface="Cambria"/>
                <a:ea typeface="Cambria"/>
                <a:cs typeface="Cambria"/>
                <a:sym typeface="Cambria"/>
              </a:rPr>
              <a:t>etc</a:t>
            </a:r>
            <a:r>
              <a:rPr lang="en-US" sz="1200" dirty="0">
                <a:latin typeface="Cambria"/>
                <a:ea typeface="Cambria"/>
                <a:cs typeface="Cambria"/>
                <a:sym typeface="Cambria"/>
              </a:rPr>
              <a:t>): Data Science		Year (I,II,III,IV): III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2" name="Google Shape;242;p4"/>
          <p:cNvSpPr txBox="1">
            <a:spLocks noGrp="1"/>
          </p:cNvSpPr>
          <p:nvPr>
            <p:ph type="sldNum" idx="12"/>
          </p:nvPr>
        </p:nvSpPr>
        <p:spPr>
          <a:xfrm>
            <a:off x="226967" y="6456045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569</Words>
  <Application>Microsoft Office PowerPoint</Application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Franklin Gothic</vt:lpstr>
      <vt:lpstr>Arial</vt:lpstr>
      <vt:lpstr>Noto Sans Symbols</vt:lpstr>
      <vt:lpstr>Times New Roman</vt:lpstr>
      <vt:lpstr>Cambria</vt:lpstr>
      <vt:lpstr>Libre Franklin</vt:lpstr>
      <vt:lpstr>Wingdings</vt:lpstr>
      <vt:lpstr>Calibri</vt:lpstr>
      <vt:lpstr>Theme1</vt:lpstr>
      <vt:lpstr>Basic Details of the Team and Problem Statement</vt:lpstr>
      <vt:lpstr>Idea/Approach Details</vt:lpstr>
      <vt:lpstr>Idea/Approach Details</vt:lpstr>
      <vt:lpstr>Team Member Details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Sudharshan Vijay</cp:lastModifiedBy>
  <cp:revision>9</cp:revision>
  <dcterms:created xsi:type="dcterms:W3CDTF">2022-02-11T07:14:46Z</dcterms:created>
  <dcterms:modified xsi:type="dcterms:W3CDTF">2024-01-30T00:07:27Z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